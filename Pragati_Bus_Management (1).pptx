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Pragati Bus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Efficient, Smart &amp; Sustainable Public Transport</a:t>
            </a:r>
          </a:p>
          <a:p/>
          <a:p>
            <a:r>
              <a:t>Prepared by: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Pragati Bus Management is a system designed to improve public bus transportation through planning, technology, and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punctuality</a:t>
            </a:r>
          </a:p>
          <a:p>
            <a:r>
              <a:t>• Reduce traffic congestion</a:t>
            </a:r>
          </a:p>
          <a:p>
            <a:r>
              <a:t>• Enhance passenger safety</a:t>
            </a:r>
          </a:p>
          <a:p>
            <a:r>
              <a:t>• Optimize fuel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GPS tracking</a:t>
            </a:r>
          </a:p>
          <a:p>
            <a:r>
              <a:t>• Digital ticketing</a:t>
            </a:r>
          </a:p>
          <a:p>
            <a:r>
              <a:t>• Route planning</a:t>
            </a:r>
          </a:p>
          <a:p>
            <a:r>
              <a:t>• Real-time monitoring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Time-saving for passengers</a:t>
            </a:r>
          </a:p>
          <a:p>
            <a:r>
              <a:t>• Cost-effective operations</a:t>
            </a:r>
          </a:p>
          <a:p>
            <a:r>
              <a:t>• Reduced pollution</a:t>
            </a:r>
          </a:p>
          <a:p>
            <a:r>
              <a:t>• Better service quality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Mobile apps for tracking</a:t>
            </a:r>
          </a:p>
          <a:p>
            <a:r>
              <a:t>• Smart cards &amp; e-tickets</a:t>
            </a:r>
          </a:p>
          <a:p>
            <a:r>
              <a:t>• Data analysis for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Traffic conditions</a:t>
            </a:r>
          </a:p>
          <a:p>
            <a:r>
              <a:t>• Maintenance costs</a:t>
            </a:r>
          </a:p>
          <a:p>
            <a:r>
              <a:t>• Staff training</a:t>
            </a:r>
          </a:p>
          <a:p>
            <a:r>
              <a:t>• Technical issues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Pragati Bus Management helps create a reliable, efficient, and eco-friendly public transport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